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39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13B2D">
              <a:alpha val="4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23A7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ARNGREN.NET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400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PRESENTATION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Chaos to Clarity: Transforming Norway's Premier DIY Destination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Aboubakar Felix Amadou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ORIGINAL SITE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3A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arngren.net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840480" cy="320040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Issues Identified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visual layout with no hierarchy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responsive/mobile design (70% users are mobile)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functionality for 200+ products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navigation or category structure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signals or professional branding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time-to-product: 15+ minutes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463040"/>
            <a:ext cx="3474720" cy="137160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 min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1206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find a product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3474720" cy="137160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12064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AUDIENCE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645920"/>
            <a:ext cx="1371600" cy="1371600"/>
          </a:xfrm>
          <a:prstGeom prst="ellipse">
            <a:avLst/>
          </a:prstGeom>
          <a:solidFill>
            <a:srgbClr val="AE9A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FE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Lars Andersen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| Civil Engineer | Bergen, Norway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463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3A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€5,000/year for DIY projects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mobile browsing, 30% desktop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sessions: 2-4 hours before purchase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3A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&amp; Needs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sustainability, and precision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specifications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product discovery and comparison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3A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an engineer—I need specifications, not sales pitches."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7F2B49-B0AD-466C-0208-668E4CF88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25896"/>
            <a:ext cx="1705667" cy="1817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BOARD &amp; COPY DIRECTION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Craftsmanship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1887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1887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Purposeful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1920240"/>
            <a:ext cx="3657600" cy="274320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 Editing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technical product descriptions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Specifications-first content hierarchy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Norwegian/English bilingual considerations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messaging integrated naturally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marketing fluff- data-driven language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3657600" cy="274320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Direction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5603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Scandinavian minimalism with warmth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white spaces (75% of design)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Workshop-inspired earth tones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precision meets craft aesthetic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curated mood board images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DIRECTION: COLOR PALETTE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Teal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#23A792  |  RGB(35, 167, 146)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0" y="1188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CTAs, eco badges (3%)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AE9A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Craftsman Tan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#AE9A81  |  RGB(174, 154, 129)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920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backgrounds (2%)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319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Blue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#3193DA  |  RGB(49, 147, 218)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interactive (5%)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413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116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Charcoal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#413B2D  |  RGB(65, 59, 45)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3383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headers (15%)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1097280" cy="594360"/>
          </a:xfrm>
          <a:prstGeom prst="roundRect">
            <a:avLst>
              <a:gd name="adj" fmla="val 7692"/>
            </a:avLst>
          </a:prstGeom>
          <a:solidFill>
            <a:srgbClr val="FEFE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White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#FEFEFE  |  RGB(254, 254, 254)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background (75%)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DIRECTION: TYPOGRAPHY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Bold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36-72px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scan efficiency improvement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1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Dd 0123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54864" cy="1005840"/>
          </a:xfrm>
          <a:prstGeom prst="rect">
            <a:avLst/>
          </a:prstGeom>
          <a:solidFill>
            <a:srgbClr val="3193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Copy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Regular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 / 1.6 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billion Google Fonts accesses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1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Dd 0123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54864" cy="1005840"/>
          </a:xfrm>
          <a:prstGeom prst="rect">
            <a:avLst/>
          </a:prstGeom>
          <a:solidFill>
            <a:srgbClr val="AE9A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Specs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 Mono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14-15px / 2.0 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1/l/I and 0/O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657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1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Dd 0123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SKETCHES TO WIREFRAMES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" y="1280160"/>
            <a:ext cx="1371600" cy="137160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FE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Hand-Drawn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Sketches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&amp; paper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layouts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063240" y="1280160"/>
            <a:ext cx="1371600" cy="137160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FE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Wireframes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kit components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66360" y="1280160"/>
            <a:ext cx="1371600" cy="137160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6636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FE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navigation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269480" y="1280160"/>
            <a:ext cx="1371600" cy="1371600"/>
          </a:xfrm>
          <a:prstGeom prst="ellipse">
            <a:avLst/>
          </a:prstGeom>
          <a:solidFill>
            <a:srgbClr val="413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6948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FE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4088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Full-Color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content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 created in Figma: Homepage | Search Results | Electric Vehicles | Product Detail | Shopping Cart | Checkout | About Us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DESIGN: DESKTOP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63870" y="1188720"/>
            <a:ext cx="4816257" cy="3429297"/>
          </a:xfrm>
          <a:prstGeom prst="rect">
            <a:avLst/>
          </a:prstGeom>
          <a:solidFill>
            <a:srgbClr val="F8F9FA"/>
          </a:solidFill>
          <a:ln w="25400">
            <a:solidFill>
              <a:srgbClr val="CCCCCC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AA12A-68CB-5670-9A0A-881157EA7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871" y="1188720"/>
            <a:ext cx="4816257" cy="34292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DESIGN: TABLET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Tablet Adaptations: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3x2 grid (vs 4 across)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Footer: 3 columns (vs 4 desktop)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targets: 44px minimum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ED086-40CB-AD6E-9899-C48A081FE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674" y="898931"/>
            <a:ext cx="3008728" cy="41172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 &amp; AUDIENCE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15544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411480" cy="41148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Prominent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 needs speed; search bar is front and center on every page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468880" cy="15544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411480" cy="41148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325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Specs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 Mono displays specs (750W/48V) for engineer comparison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468880" cy="15544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411480" cy="41148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1325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Sidebar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Lars's 2-4 hour research sessions with Price/Power/Battery filters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2468880" cy="15544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8680" y="3154680"/>
            <a:ext cx="411480" cy="41148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 Grid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browsing is mobile, responsive grid adapts from 4-col to single-col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017520"/>
            <a:ext cx="2468880" cy="15544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11880" y="3154680"/>
            <a:ext cx="411480" cy="41148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118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Eco-Friendly CTAs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1188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buttons signal sustainable choices, aligning with Lars's values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2468880" cy="155448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55080" y="3154680"/>
            <a:ext cx="411480" cy="411480"/>
          </a:xfrm>
          <a:prstGeom prst="ellipse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Space (75%)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Scandinavian clarity reduces cognitive load from current chaotic site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1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layout, no visual hierarchy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responsiveness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minutes to find products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or filters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branding or trust signals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checkout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0FFF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A7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3-level visual hierarchy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Responsive: Desktop + Tablet + Mobile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 minutes to find products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filter sidebar with specs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5-color brand palette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cart-to-checkout user flow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3A7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THOUGHTS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2286000" cy="36576"/>
          </a:xfrm>
          <a:prstGeom prst="rect">
            <a:avLst/>
          </a:prstGeom>
          <a:solidFill>
            <a:srgbClr val="23A7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Arngren.net redesign transforms a chaotic product catalog into Norway's premier DIY destination. By centering every decision around our target user Lars, his need for speed, technical specifications, and sustainable values, we created a design system that is both beautiful and functional.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5-color palette, 3-font hierarchy, and 8-point grid system ensure consistency across all devices while reflecting Scandinavian design principles of clarity and purposeful simplicity.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3A7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development approval.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Arngren.net  |  Aboubakar Felix  Amadou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735</Words>
  <Application>Microsoft Office PowerPoint</Application>
  <PresentationFormat>On-screen Show (16:9)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Arngren.net Redesign - Final Presentation</dc:title>
  <dc:subject>PptxGenJS Presentation</dc:subject>
  <dc:creator>Aboubakar Felix</dc:creator>
  <cp:lastModifiedBy>Amadou, Aboubakar</cp:lastModifiedBy>
  <cp:revision>2</cp:revision>
  <dcterms:created xsi:type="dcterms:W3CDTF">2026-04-27T03:27:03Z</dcterms:created>
  <dcterms:modified xsi:type="dcterms:W3CDTF">2026-05-08T16:44:33Z</dcterms:modified>
</cp:coreProperties>
</file>